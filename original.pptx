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58" r:id="rId5"/>
    <p:sldId id="259" r:id="rId6"/>
    <p:sldId id="260" r:id="rId7"/>
    <p:sldId id="261" r:id="rId8"/>
    <p:sldId id="262"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104" d="100"/>
          <a:sy n="104" d="100"/>
        </p:scale>
        <p:origin x="144" y="1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5B1EB8-00B3-F2A6-71F8-CC98CFB63F20}"/>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B6E23F3-E55E-02D7-346A-1D8E66082C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A24BDBF-95EF-65A6-2ACE-A97E6254FB99}"/>
              </a:ext>
            </a:extLst>
          </p:cNvPr>
          <p:cNvSpPr>
            <a:spLocks noGrp="1"/>
          </p:cNvSpPr>
          <p:nvPr>
            <p:ph type="dt" sz="half" idx="10"/>
          </p:nvPr>
        </p:nvSpPr>
        <p:spPr/>
        <p:txBody>
          <a:bodyPr/>
          <a:lstStyle/>
          <a:p>
            <a:fld id="{4B403309-F4E5-47F3-8624-2E5B5853C6E3}" type="datetimeFigureOut">
              <a:rPr kumimoji="1" lang="ja-JP" altLang="en-US" smtClean="0"/>
              <a:t>2026/1/25</a:t>
            </a:fld>
            <a:endParaRPr kumimoji="1" lang="ja-JP" altLang="en-US"/>
          </a:p>
        </p:txBody>
      </p:sp>
      <p:sp>
        <p:nvSpPr>
          <p:cNvPr id="5" name="フッター プレースホルダー 4">
            <a:extLst>
              <a:ext uri="{FF2B5EF4-FFF2-40B4-BE49-F238E27FC236}">
                <a16:creationId xmlns:a16="http://schemas.microsoft.com/office/drawing/2014/main" id="{44836F83-BBEA-A4F5-F9A8-AC483454292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36FA4D6-09C8-448D-9F52-6701C3CD498E}"/>
              </a:ext>
            </a:extLst>
          </p:cNvPr>
          <p:cNvSpPr>
            <a:spLocks noGrp="1"/>
          </p:cNvSpPr>
          <p:nvPr>
            <p:ph type="sldNum" sz="quarter" idx="12"/>
          </p:nvPr>
        </p:nvSpPr>
        <p:spPr/>
        <p:txBody>
          <a:bodyPr/>
          <a:lstStyle/>
          <a:p>
            <a:fld id="{DC68BA4C-25A0-45C1-A039-48168642F9EA}" type="slidenum">
              <a:rPr kumimoji="1" lang="ja-JP" altLang="en-US" smtClean="0"/>
              <a:t>‹#›</a:t>
            </a:fld>
            <a:endParaRPr kumimoji="1" lang="ja-JP" altLang="en-US"/>
          </a:p>
        </p:txBody>
      </p:sp>
    </p:spTree>
    <p:extLst>
      <p:ext uri="{BB962C8B-B14F-4D97-AF65-F5344CB8AC3E}">
        <p14:creationId xmlns:p14="http://schemas.microsoft.com/office/powerpoint/2010/main" val="1970309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92C117-410D-BCB9-1DBC-95889C0AE3D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9CBA256-AB36-EA9C-EA7A-A17D64F2DAE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8A53EB5-DB3C-5137-DE72-398425B4E107}"/>
              </a:ext>
            </a:extLst>
          </p:cNvPr>
          <p:cNvSpPr>
            <a:spLocks noGrp="1"/>
          </p:cNvSpPr>
          <p:nvPr>
            <p:ph type="dt" sz="half" idx="10"/>
          </p:nvPr>
        </p:nvSpPr>
        <p:spPr/>
        <p:txBody>
          <a:bodyPr/>
          <a:lstStyle/>
          <a:p>
            <a:fld id="{4B403309-F4E5-47F3-8624-2E5B5853C6E3}" type="datetimeFigureOut">
              <a:rPr kumimoji="1" lang="ja-JP" altLang="en-US" smtClean="0"/>
              <a:t>2026/1/25</a:t>
            </a:fld>
            <a:endParaRPr kumimoji="1" lang="ja-JP" altLang="en-US"/>
          </a:p>
        </p:txBody>
      </p:sp>
      <p:sp>
        <p:nvSpPr>
          <p:cNvPr id="5" name="フッター プレースホルダー 4">
            <a:extLst>
              <a:ext uri="{FF2B5EF4-FFF2-40B4-BE49-F238E27FC236}">
                <a16:creationId xmlns:a16="http://schemas.microsoft.com/office/drawing/2014/main" id="{E12615D2-9F56-CCE4-A6E8-09EC3BD4AE6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A38D169-A74F-46D9-417D-6EA451E7A199}"/>
              </a:ext>
            </a:extLst>
          </p:cNvPr>
          <p:cNvSpPr>
            <a:spLocks noGrp="1"/>
          </p:cNvSpPr>
          <p:nvPr>
            <p:ph type="sldNum" sz="quarter" idx="12"/>
          </p:nvPr>
        </p:nvSpPr>
        <p:spPr/>
        <p:txBody>
          <a:bodyPr/>
          <a:lstStyle/>
          <a:p>
            <a:fld id="{DC68BA4C-25A0-45C1-A039-48168642F9EA}" type="slidenum">
              <a:rPr kumimoji="1" lang="ja-JP" altLang="en-US" smtClean="0"/>
              <a:t>‹#›</a:t>
            </a:fld>
            <a:endParaRPr kumimoji="1" lang="ja-JP" altLang="en-US"/>
          </a:p>
        </p:txBody>
      </p:sp>
    </p:spTree>
    <p:extLst>
      <p:ext uri="{BB962C8B-B14F-4D97-AF65-F5344CB8AC3E}">
        <p14:creationId xmlns:p14="http://schemas.microsoft.com/office/powerpoint/2010/main" val="2725660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5AB64B-1779-9553-BF83-49F391C74C5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62E6C00-F857-9330-17F7-1154BDC046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0529C16-70D8-BDB0-82CB-18E6A027CC96}"/>
              </a:ext>
            </a:extLst>
          </p:cNvPr>
          <p:cNvSpPr>
            <a:spLocks noGrp="1"/>
          </p:cNvSpPr>
          <p:nvPr>
            <p:ph type="dt" sz="half" idx="10"/>
          </p:nvPr>
        </p:nvSpPr>
        <p:spPr/>
        <p:txBody>
          <a:bodyPr/>
          <a:lstStyle/>
          <a:p>
            <a:fld id="{4B403309-F4E5-47F3-8624-2E5B5853C6E3}" type="datetimeFigureOut">
              <a:rPr kumimoji="1" lang="ja-JP" altLang="en-US" smtClean="0"/>
              <a:t>2026/1/25</a:t>
            </a:fld>
            <a:endParaRPr kumimoji="1" lang="ja-JP" altLang="en-US"/>
          </a:p>
        </p:txBody>
      </p:sp>
      <p:sp>
        <p:nvSpPr>
          <p:cNvPr id="5" name="フッター プレースホルダー 4">
            <a:extLst>
              <a:ext uri="{FF2B5EF4-FFF2-40B4-BE49-F238E27FC236}">
                <a16:creationId xmlns:a16="http://schemas.microsoft.com/office/drawing/2014/main" id="{B7EF7CCD-4991-77B1-994A-D274887AB18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834E1A9-E5CD-A195-3BDE-BE8A433DCB39}"/>
              </a:ext>
            </a:extLst>
          </p:cNvPr>
          <p:cNvSpPr>
            <a:spLocks noGrp="1"/>
          </p:cNvSpPr>
          <p:nvPr>
            <p:ph type="sldNum" sz="quarter" idx="12"/>
          </p:nvPr>
        </p:nvSpPr>
        <p:spPr/>
        <p:txBody>
          <a:bodyPr/>
          <a:lstStyle/>
          <a:p>
            <a:fld id="{DC68BA4C-25A0-45C1-A039-48168642F9EA}" type="slidenum">
              <a:rPr kumimoji="1" lang="ja-JP" altLang="en-US" smtClean="0"/>
              <a:t>‹#›</a:t>
            </a:fld>
            <a:endParaRPr kumimoji="1" lang="ja-JP" altLang="en-US"/>
          </a:p>
        </p:txBody>
      </p:sp>
    </p:spTree>
    <p:extLst>
      <p:ext uri="{BB962C8B-B14F-4D97-AF65-F5344CB8AC3E}">
        <p14:creationId xmlns:p14="http://schemas.microsoft.com/office/powerpoint/2010/main" val="1137176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5B3A4D-7BEA-78D3-688E-C442396F1B2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C455374-62C7-C53A-5CF7-E18C859457C8}"/>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664C8B3-528B-3D54-B665-8BDA3F90393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5C23611-B2CC-AB8B-8718-A5029F8B1345}"/>
              </a:ext>
            </a:extLst>
          </p:cNvPr>
          <p:cNvSpPr>
            <a:spLocks noGrp="1"/>
          </p:cNvSpPr>
          <p:nvPr>
            <p:ph type="dt" sz="half" idx="10"/>
          </p:nvPr>
        </p:nvSpPr>
        <p:spPr/>
        <p:txBody>
          <a:bodyPr/>
          <a:lstStyle/>
          <a:p>
            <a:fld id="{4B403309-F4E5-47F3-8624-2E5B5853C6E3}" type="datetimeFigureOut">
              <a:rPr kumimoji="1" lang="ja-JP" altLang="en-US" smtClean="0"/>
              <a:t>2026/1/25</a:t>
            </a:fld>
            <a:endParaRPr kumimoji="1" lang="ja-JP" altLang="en-US"/>
          </a:p>
        </p:txBody>
      </p:sp>
      <p:sp>
        <p:nvSpPr>
          <p:cNvPr id="6" name="フッター プレースホルダー 5">
            <a:extLst>
              <a:ext uri="{FF2B5EF4-FFF2-40B4-BE49-F238E27FC236}">
                <a16:creationId xmlns:a16="http://schemas.microsoft.com/office/drawing/2014/main" id="{2D2CE277-A48E-7318-9F65-008929D524B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D559B6D-6DFE-60A0-B031-9174246BE84C}"/>
              </a:ext>
            </a:extLst>
          </p:cNvPr>
          <p:cNvSpPr>
            <a:spLocks noGrp="1"/>
          </p:cNvSpPr>
          <p:nvPr>
            <p:ph type="sldNum" sz="quarter" idx="12"/>
          </p:nvPr>
        </p:nvSpPr>
        <p:spPr/>
        <p:txBody>
          <a:bodyPr/>
          <a:lstStyle/>
          <a:p>
            <a:fld id="{DC68BA4C-25A0-45C1-A039-48168642F9EA}" type="slidenum">
              <a:rPr kumimoji="1" lang="ja-JP" altLang="en-US" smtClean="0"/>
              <a:t>‹#›</a:t>
            </a:fld>
            <a:endParaRPr kumimoji="1" lang="ja-JP" altLang="en-US"/>
          </a:p>
        </p:txBody>
      </p:sp>
    </p:spTree>
    <p:extLst>
      <p:ext uri="{BB962C8B-B14F-4D97-AF65-F5344CB8AC3E}">
        <p14:creationId xmlns:p14="http://schemas.microsoft.com/office/powerpoint/2010/main" val="1022640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75EA54-A70B-5E51-6BF3-BE1B55679AF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7F468B9-818F-C4A4-DE67-28C2B96DC1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DC62C1C-308C-B308-F5DC-2C138E5B1E7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F7A40E7-1A90-32DA-B6A6-4BDEEB4BD5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D72833C-4397-3380-D4C6-55A6B888103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874D986-DDD8-F47C-BB56-1AE5425E10B1}"/>
              </a:ext>
            </a:extLst>
          </p:cNvPr>
          <p:cNvSpPr>
            <a:spLocks noGrp="1"/>
          </p:cNvSpPr>
          <p:nvPr>
            <p:ph type="dt" sz="half" idx="10"/>
          </p:nvPr>
        </p:nvSpPr>
        <p:spPr/>
        <p:txBody>
          <a:bodyPr/>
          <a:lstStyle/>
          <a:p>
            <a:fld id="{4B403309-F4E5-47F3-8624-2E5B5853C6E3}" type="datetimeFigureOut">
              <a:rPr kumimoji="1" lang="ja-JP" altLang="en-US" smtClean="0"/>
              <a:t>2026/1/25</a:t>
            </a:fld>
            <a:endParaRPr kumimoji="1" lang="ja-JP" altLang="en-US"/>
          </a:p>
        </p:txBody>
      </p:sp>
      <p:sp>
        <p:nvSpPr>
          <p:cNvPr id="8" name="フッター プレースホルダー 7">
            <a:extLst>
              <a:ext uri="{FF2B5EF4-FFF2-40B4-BE49-F238E27FC236}">
                <a16:creationId xmlns:a16="http://schemas.microsoft.com/office/drawing/2014/main" id="{5A397E8F-5223-C616-9246-B9E43BF155E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7884A85-8DD6-B890-A12A-3DEA5F629B42}"/>
              </a:ext>
            </a:extLst>
          </p:cNvPr>
          <p:cNvSpPr>
            <a:spLocks noGrp="1"/>
          </p:cNvSpPr>
          <p:nvPr>
            <p:ph type="sldNum" sz="quarter" idx="12"/>
          </p:nvPr>
        </p:nvSpPr>
        <p:spPr/>
        <p:txBody>
          <a:bodyPr/>
          <a:lstStyle/>
          <a:p>
            <a:fld id="{DC68BA4C-25A0-45C1-A039-48168642F9EA}" type="slidenum">
              <a:rPr kumimoji="1" lang="ja-JP" altLang="en-US" smtClean="0"/>
              <a:t>‹#›</a:t>
            </a:fld>
            <a:endParaRPr kumimoji="1" lang="ja-JP" altLang="en-US"/>
          </a:p>
        </p:txBody>
      </p:sp>
    </p:spTree>
    <p:extLst>
      <p:ext uri="{BB962C8B-B14F-4D97-AF65-F5344CB8AC3E}">
        <p14:creationId xmlns:p14="http://schemas.microsoft.com/office/powerpoint/2010/main" val="790994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E0FDA5-76D8-C61B-C533-ECA1C2C7733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3589FE1-9109-D30E-3C44-85557D67A5FB}"/>
              </a:ext>
            </a:extLst>
          </p:cNvPr>
          <p:cNvSpPr>
            <a:spLocks noGrp="1"/>
          </p:cNvSpPr>
          <p:nvPr>
            <p:ph type="dt" sz="half" idx="10"/>
          </p:nvPr>
        </p:nvSpPr>
        <p:spPr/>
        <p:txBody>
          <a:bodyPr/>
          <a:lstStyle/>
          <a:p>
            <a:fld id="{4B403309-F4E5-47F3-8624-2E5B5853C6E3}" type="datetimeFigureOut">
              <a:rPr kumimoji="1" lang="ja-JP" altLang="en-US" smtClean="0"/>
              <a:t>2026/1/25</a:t>
            </a:fld>
            <a:endParaRPr kumimoji="1" lang="ja-JP" altLang="en-US"/>
          </a:p>
        </p:txBody>
      </p:sp>
      <p:sp>
        <p:nvSpPr>
          <p:cNvPr id="4" name="フッター プレースホルダー 3">
            <a:extLst>
              <a:ext uri="{FF2B5EF4-FFF2-40B4-BE49-F238E27FC236}">
                <a16:creationId xmlns:a16="http://schemas.microsoft.com/office/drawing/2014/main" id="{C9ECE108-A941-321E-6856-416975F9F58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54BC6E1-EBF1-80E6-5E0E-4EAE7EB3899F}"/>
              </a:ext>
            </a:extLst>
          </p:cNvPr>
          <p:cNvSpPr>
            <a:spLocks noGrp="1"/>
          </p:cNvSpPr>
          <p:nvPr>
            <p:ph type="sldNum" sz="quarter" idx="12"/>
          </p:nvPr>
        </p:nvSpPr>
        <p:spPr/>
        <p:txBody>
          <a:bodyPr/>
          <a:lstStyle/>
          <a:p>
            <a:fld id="{DC68BA4C-25A0-45C1-A039-48168642F9EA}" type="slidenum">
              <a:rPr kumimoji="1" lang="ja-JP" altLang="en-US" smtClean="0"/>
              <a:t>‹#›</a:t>
            </a:fld>
            <a:endParaRPr kumimoji="1" lang="ja-JP" altLang="en-US"/>
          </a:p>
        </p:txBody>
      </p:sp>
    </p:spTree>
    <p:extLst>
      <p:ext uri="{BB962C8B-B14F-4D97-AF65-F5344CB8AC3E}">
        <p14:creationId xmlns:p14="http://schemas.microsoft.com/office/powerpoint/2010/main" val="221970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CA5E58B-432C-C606-19C9-E2346FF75D9D}"/>
              </a:ext>
            </a:extLst>
          </p:cNvPr>
          <p:cNvSpPr>
            <a:spLocks noGrp="1"/>
          </p:cNvSpPr>
          <p:nvPr>
            <p:ph type="dt" sz="half" idx="10"/>
          </p:nvPr>
        </p:nvSpPr>
        <p:spPr/>
        <p:txBody>
          <a:bodyPr/>
          <a:lstStyle/>
          <a:p>
            <a:fld id="{4B403309-F4E5-47F3-8624-2E5B5853C6E3}" type="datetimeFigureOut">
              <a:rPr kumimoji="1" lang="ja-JP" altLang="en-US" smtClean="0"/>
              <a:t>2026/1/25</a:t>
            </a:fld>
            <a:endParaRPr kumimoji="1" lang="ja-JP" altLang="en-US"/>
          </a:p>
        </p:txBody>
      </p:sp>
      <p:sp>
        <p:nvSpPr>
          <p:cNvPr id="3" name="フッター プレースホルダー 2">
            <a:extLst>
              <a:ext uri="{FF2B5EF4-FFF2-40B4-BE49-F238E27FC236}">
                <a16:creationId xmlns:a16="http://schemas.microsoft.com/office/drawing/2014/main" id="{A8E16A4E-B311-E6DA-2A08-D32871E58F6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924A871-C323-C23C-AD38-D9CD09408F12}"/>
              </a:ext>
            </a:extLst>
          </p:cNvPr>
          <p:cNvSpPr>
            <a:spLocks noGrp="1"/>
          </p:cNvSpPr>
          <p:nvPr>
            <p:ph type="sldNum" sz="quarter" idx="12"/>
          </p:nvPr>
        </p:nvSpPr>
        <p:spPr/>
        <p:txBody>
          <a:bodyPr/>
          <a:lstStyle/>
          <a:p>
            <a:fld id="{DC68BA4C-25A0-45C1-A039-48168642F9EA}" type="slidenum">
              <a:rPr kumimoji="1" lang="ja-JP" altLang="en-US" smtClean="0"/>
              <a:t>‹#›</a:t>
            </a:fld>
            <a:endParaRPr kumimoji="1" lang="ja-JP" altLang="en-US"/>
          </a:p>
        </p:txBody>
      </p:sp>
    </p:spTree>
    <p:extLst>
      <p:ext uri="{BB962C8B-B14F-4D97-AF65-F5344CB8AC3E}">
        <p14:creationId xmlns:p14="http://schemas.microsoft.com/office/powerpoint/2010/main" val="1374713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137DE3-83B7-F6EB-16CB-F248A36D48D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25E2A32-F7F9-97DC-BFAB-45CCEF2068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1C20DF5-CD9D-9BBF-8CEF-2D9DDBBFB1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BAB8AE8-93D1-070C-2CE1-F7287FE7933E}"/>
              </a:ext>
            </a:extLst>
          </p:cNvPr>
          <p:cNvSpPr>
            <a:spLocks noGrp="1"/>
          </p:cNvSpPr>
          <p:nvPr>
            <p:ph type="dt" sz="half" idx="10"/>
          </p:nvPr>
        </p:nvSpPr>
        <p:spPr/>
        <p:txBody>
          <a:bodyPr/>
          <a:lstStyle/>
          <a:p>
            <a:fld id="{4B403309-F4E5-47F3-8624-2E5B5853C6E3}" type="datetimeFigureOut">
              <a:rPr kumimoji="1" lang="ja-JP" altLang="en-US" smtClean="0"/>
              <a:t>2026/1/25</a:t>
            </a:fld>
            <a:endParaRPr kumimoji="1" lang="ja-JP" altLang="en-US"/>
          </a:p>
        </p:txBody>
      </p:sp>
      <p:sp>
        <p:nvSpPr>
          <p:cNvPr id="6" name="フッター プレースホルダー 5">
            <a:extLst>
              <a:ext uri="{FF2B5EF4-FFF2-40B4-BE49-F238E27FC236}">
                <a16:creationId xmlns:a16="http://schemas.microsoft.com/office/drawing/2014/main" id="{A0734B78-7D41-84D8-B8D6-3711BB9D489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EDF0DC3-EC82-CD4B-F0C3-8CDD7D4792F1}"/>
              </a:ext>
            </a:extLst>
          </p:cNvPr>
          <p:cNvSpPr>
            <a:spLocks noGrp="1"/>
          </p:cNvSpPr>
          <p:nvPr>
            <p:ph type="sldNum" sz="quarter" idx="12"/>
          </p:nvPr>
        </p:nvSpPr>
        <p:spPr/>
        <p:txBody>
          <a:bodyPr/>
          <a:lstStyle/>
          <a:p>
            <a:fld id="{DC68BA4C-25A0-45C1-A039-48168642F9EA}" type="slidenum">
              <a:rPr kumimoji="1" lang="ja-JP" altLang="en-US" smtClean="0"/>
              <a:t>‹#›</a:t>
            </a:fld>
            <a:endParaRPr kumimoji="1" lang="ja-JP" altLang="en-US"/>
          </a:p>
        </p:txBody>
      </p:sp>
    </p:spTree>
    <p:extLst>
      <p:ext uri="{BB962C8B-B14F-4D97-AF65-F5344CB8AC3E}">
        <p14:creationId xmlns:p14="http://schemas.microsoft.com/office/powerpoint/2010/main" val="306958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ECB23F-FD29-E4DD-1067-A849660D083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E82411D-5723-4C36-8618-C46480E27C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6E14895-280E-B087-CFE0-9DA96C11B5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CBAF63A-DF0C-AD04-04A2-A47B8E0A8420}"/>
              </a:ext>
            </a:extLst>
          </p:cNvPr>
          <p:cNvSpPr>
            <a:spLocks noGrp="1"/>
          </p:cNvSpPr>
          <p:nvPr>
            <p:ph type="dt" sz="half" idx="10"/>
          </p:nvPr>
        </p:nvSpPr>
        <p:spPr/>
        <p:txBody>
          <a:bodyPr/>
          <a:lstStyle/>
          <a:p>
            <a:fld id="{4B403309-F4E5-47F3-8624-2E5B5853C6E3}" type="datetimeFigureOut">
              <a:rPr kumimoji="1" lang="ja-JP" altLang="en-US" smtClean="0"/>
              <a:t>2026/1/25</a:t>
            </a:fld>
            <a:endParaRPr kumimoji="1" lang="ja-JP" altLang="en-US"/>
          </a:p>
        </p:txBody>
      </p:sp>
      <p:sp>
        <p:nvSpPr>
          <p:cNvPr id="6" name="フッター プレースホルダー 5">
            <a:extLst>
              <a:ext uri="{FF2B5EF4-FFF2-40B4-BE49-F238E27FC236}">
                <a16:creationId xmlns:a16="http://schemas.microsoft.com/office/drawing/2014/main" id="{BD2D0069-A6DF-8D67-6F29-51DAC4A976F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67544DB-522E-2C82-D9F4-5665862A6793}"/>
              </a:ext>
            </a:extLst>
          </p:cNvPr>
          <p:cNvSpPr>
            <a:spLocks noGrp="1"/>
          </p:cNvSpPr>
          <p:nvPr>
            <p:ph type="sldNum" sz="quarter" idx="12"/>
          </p:nvPr>
        </p:nvSpPr>
        <p:spPr/>
        <p:txBody>
          <a:bodyPr/>
          <a:lstStyle/>
          <a:p>
            <a:fld id="{DC68BA4C-25A0-45C1-A039-48168642F9EA}" type="slidenum">
              <a:rPr kumimoji="1" lang="ja-JP" altLang="en-US" smtClean="0"/>
              <a:t>‹#›</a:t>
            </a:fld>
            <a:endParaRPr kumimoji="1" lang="ja-JP" altLang="en-US"/>
          </a:p>
        </p:txBody>
      </p:sp>
    </p:spTree>
    <p:extLst>
      <p:ext uri="{BB962C8B-B14F-4D97-AF65-F5344CB8AC3E}">
        <p14:creationId xmlns:p14="http://schemas.microsoft.com/office/powerpoint/2010/main" val="1948484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86E7A7-0811-B09A-E014-394F6565F3A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DE0B678-2D7D-961A-E7F8-B3CF51B3BAC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A5BBC39-729F-D365-F53B-A0F46164A406}"/>
              </a:ext>
            </a:extLst>
          </p:cNvPr>
          <p:cNvSpPr>
            <a:spLocks noGrp="1"/>
          </p:cNvSpPr>
          <p:nvPr>
            <p:ph type="dt" sz="half" idx="10"/>
          </p:nvPr>
        </p:nvSpPr>
        <p:spPr/>
        <p:txBody>
          <a:bodyPr/>
          <a:lstStyle/>
          <a:p>
            <a:fld id="{4B403309-F4E5-47F3-8624-2E5B5853C6E3}" type="datetimeFigureOut">
              <a:rPr kumimoji="1" lang="ja-JP" altLang="en-US" smtClean="0"/>
              <a:t>2026/1/25</a:t>
            </a:fld>
            <a:endParaRPr kumimoji="1" lang="ja-JP" altLang="en-US"/>
          </a:p>
        </p:txBody>
      </p:sp>
      <p:sp>
        <p:nvSpPr>
          <p:cNvPr id="5" name="フッター プレースホルダー 4">
            <a:extLst>
              <a:ext uri="{FF2B5EF4-FFF2-40B4-BE49-F238E27FC236}">
                <a16:creationId xmlns:a16="http://schemas.microsoft.com/office/drawing/2014/main" id="{C70A715D-5F92-4917-88F2-4FBD30A604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43E8D1A-703E-A485-5BAC-EB72110F109C}"/>
              </a:ext>
            </a:extLst>
          </p:cNvPr>
          <p:cNvSpPr>
            <a:spLocks noGrp="1"/>
          </p:cNvSpPr>
          <p:nvPr>
            <p:ph type="sldNum" sz="quarter" idx="12"/>
          </p:nvPr>
        </p:nvSpPr>
        <p:spPr/>
        <p:txBody>
          <a:bodyPr/>
          <a:lstStyle/>
          <a:p>
            <a:fld id="{DC68BA4C-25A0-45C1-A039-48168642F9EA}" type="slidenum">
              <a:rPr kumimoji="1" lang="ja-JP" altLang="en-US" smtClean="0"/>
              <a:t>‹#›</a:t>
            </a:fld>
            <a:endParaRPr kumimoji="1" lang="ja-JP" altLang="en-US"/>
          </a:p>
        </p:txBody>
      </p:sp>
    </p:spTree>
    <p:extLst>
      <p:ext uri="{BB962C8B-B14F-4D97-AF65-F5344CB8AC3E}">
        <p14:creationId xmlns:p14="http://schemas.microsoft.com/office/powerpoint/2010/main" val="4264660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9004E7C-26E1-CFD9-CFA0-795BB116B3F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1A267AA-4C80-22FF-92B9-388D958F4F7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FD3F99C-E338-296F-F08E-C801C4EE7507}"/>
              </a:ext>
            </a:extLst>
          </p:cNvPr>
          <p:cNvSpPr>
            <a:spLocks noGrp="1"/>
          </p:cNvSpPr>
          <p:nvPr>
            <p:ph type="dt" sz="half" idx="10"/>
          </p:nvPr>
        </p:nvSpPr>
        <p:spPr/>
        <p:txBody>
          <a:bodyPr/>
          <a:lstStyle/>
          <a:p>
            <a:fld id="{4B403309-F4E5-47F3-8624-2E5B5853C6E3}" type="datetimeFigureOut">
              <a:rPr kumimoji="1" lang="ja-JP" altLang="en-US" smtClean="0"/>
              <a:t>2026/1/25</a:t>
            </a:fld>
            <a:endParaRPr kumimoji="1" lang="ja-JP" altLang="en-US"/>
          </a:p>
        </p:txBody>
      </p:sp>
      <p:sp>
        <p:nvSpPr>
          <p:cNvPr id="5" name="フッター プレースホルダー 4">
            <a:extLst>
              <a:ext uri="{FF2B5EF4-FFF2-40B4-BE49-F238E27FC236}">
                <a16:creationId xmlns:a16="http://schemas.microsoft.com/office/drawing/2014/main" id="{19BDB842-574F-A0FF-970B-5E6599C085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2F33B6-9671-04A3-863E-36B92B3C5E72}"/>
              </a:ext>
            </a:extLst>
          </p:cNvPr>
          <p:cNvSpPr>
            <a:spLocks noGrp="1"/>
          </p:cNvSpPr>
          <p:nvPr>
            <p:ph type="sldNum" sz="quarter" idx="12"/>
          </p:nvPr>
        </p:nvSpPr>
        <p:spPr/>
        <p:txBody>
          <a:bodyPr/>
          <a:lstStyle/>
          <a:p>
            <a:fld id="{DC68BA4C-25A0-45C1-A039-48168642F9EA}" type="slidenum">
              <a:rPr kumimoji="1" lang="ja-JP" altLang="en-US" smtClean="0"/>
              <a:t>‹#›</a:t>
            </a:fld>
            <a:endParaRPr kumimoji="1" lang="ja-JP" altLang="en-US"/>
          </a:p>
        </p:txBody>
      </p:sp>
    </p:spTree>
    <p:extLst>
      <p:ext uri="{BB962C8B-B14F-4D97-AF65-F5344CB8AC3E}">
        <p14:creationId xmlns:p14="http://schemas.microsoft.com/office/powerpoint/2010/main" val="3197783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EF938D8-281F-EA23-CA3B-C32ECE0D2F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AF1EF41-0864-7BC4-FD4B-E746FDA7BE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38694B0-41D4-E310-AC82-B21F5981C9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403309-F4E5-47F3-8624-2E5B5853C6E3}" type="datetimeFigureOut">
              <a:rPr kumimoji="1" lang="ja-JP" altLang="en-US" smtClean="0"/>
              <a:t>2026/1/25</a:t>
            </a:fld>
            <a:endParaRPr kumimoji="1" lang="ja-JP" altLang="en-US"/>
          </a:p>
        </p:txBody>
      </p:sp>
      <p:sp>
        <p:nvSpPr>
          <p:cNvPr id="5" name="フッター プレースホルダー 4">
            <a:extLst>
              <a:ext uri="{FF2B5EF4-FFF2-40B4-BE49-F238E27FC236}">
                <a16:creationId xmlns:a16="http://schemas.microsoft.com/office/drawing/2014/main" id="{842356AD-9CF9-DD08-C678-31C6D67D7D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2B41B15-9D5F-6116-3955-04DAA9CF1A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68BA4C-25A0-45C1-A039-48168642F9EA}" type="slidenum">
              <a:rPr kumimoji="1" lang="ja-JP" altLang="en-US" smtClean="0"/>
              <a:t>‹#›</a:t>
            </a:fld>
            <a:endParaRPr kumimoji="1" lang="ja-JP" altLang="en-US"/>
          </a:p>
        </p:txBody>
      </p:sp>
    </p:spTree>
    <p:extLst>
      <p:ext uri="{BB962C8B-B14F-4D97-AF65-F5344CB8AC3E}">
        <p14:creationId xmlns:p14="http://schemas.microsoft.com/office/powerpoint/2010/main" val="2325089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fossiloftime.com/entry/2021/02/14/164622"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allabout.co.jp/gm/gc/185722/" TargetMode="External"/><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hyperlink" Target="https://art-ey.com/impressionism" TargetMode="Externa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8" Type="http://schemas.openxmlformats.org/officeDocument/2006/relationships/hyperlink" Target="https://art-whitecanvas.com/manet-works/" TargetMode="External"/><Relationship Id="rId3" Type="http://schemas.microsoft.com/office/2007/relationships/hdphoto" Target="../media/hdphoto1.wdp"/><Relationship Id="rId7" Type="http://schemas.openxmlformats.org/officeDocument/2006/relationships/image" Target="../media/image6.jp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hyperlink" Target="https://muterium.com/magazine/stories/cezanne-wordks/" TargetMode="External"/><Relationship Id="rId5" Type="http://schemas.openxmlformats.org/officeDocument/2006/relationships/image" Target="../media/image5.jpg"/><Relationship Id="rId4" Type="http://schemas.openxmlformats.org/officeDocument/2006/relationships/hyperlink" Target="https://muterium.com/magazine/stories/impressionists/"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ja.wikipedia.org/wiki/%E3%82%AF%E3%83%AD%E3%83%BC%E3%83%89%E3%83%BB%E3%83%A2%E3%83%8D"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artne.jp/column/367" TargetMode="Externa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B508DA-000E-0467-3007-2915D67B8B09}"/>
              </a:ext>
            </a:extLst>
          </p:cNvPr>
          <p:cNvSpPr>
            <a:spLocks noGrp="1"/>
          </p:cNvSpPr>
          <p:nvPr>
            <p:ph type="ctrTitle"/>
          </p:nvPr>
        </p:nvSpPr>
        <p:spPr/>
        <p:txBody>
          <a:bodyPr/>
          <a:lstStyle/>
          <a:p>
            <a:r>
              <a:rPr kumimoji="1" lang="en-US" altLang="ja-JP" dirty="0"/>
              <a:t>PowerPoint</a:t>
            </a:r>
            <a:r>
              <a:rPr kumimoji="1" lang="ja-JP" altLang="en-US" dirty="0"/>
              <a:t>資料の自動翻訳デスクトップアプリ</a:t>
            </a:r>
          </a:p>
        </p:txBody>
      </p:sp>
      <p:sp>
        <p:nvSpPr>
          <p:cNvPr id="3" name="字幕 2">
            <a:extLst>
              <a:ext uri="{FF2B5EF4-FFF2-40B4-BE49-F238E27FC236}">
                <a16:creationId xmlns:a16="http://schemas.microsoft.com/office/drawing/2014/main" id="{55C8D966-71D8-8E1E-FF09-44B60FC056CA}"/>
              </a:ext>
            </a:extLst>
          </p:cNvPr>
          <p:cNvSpPr>
            <a:spLocks noGrp="1"/>
          </p:cNvSpPr>
          <p:nvPr>
            <p:ph type="subTitle" idx="1"/>
          </p:nvPr>
        </p:nvSpPr>
        <p:spPr/>
        <p:txBody>
          <a:bodyPr/>
          <a:lstStyle/>
          <a:p>
            <a:r>
              <a:rPr kumimoji="1" lang="ja-JP" altLang="en-US" dirty="0"/>
              <a:t>～ </a:t>
            </a:r>
            <a:r>
              <a:rPr kumimoji="1" lang="en-US" altLang="ja-JP" dirty="0"/>
              <a:t>ChatGPT</a:t>
            </a:r>
            <a:r>
              <a:rPr kumimoji="1" lang="ja-JP" altLang="en-US" dirty="0"/>
              <a:t>を用いた翻訳 ～</a:t>
            </a:r>
          </a:p>
        </p:txBody>
      </p:sp>
    </p:spTree>
    <p:extLst>
      <p:ext uri="{BB962C8B-B14F-4D97-AF65-F5344CB8AC3E}">
        <p14:creationId xmlns:p14="http://schemas.microsoft.com/office/powerpoint/2010/main" val="2108947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7EB348-D2D0-A162-9D98-011A5A08F8C4}"/>
              </a:ext>
            </a:extLst>
          </p:cNvPr>
          <p:cNvSpPr>
            <a:spLocks noGrp="1"/>
          </p:cNvSpPr>
          <p:nvPr>
            <p:ph type="title"/>
          </p:nvPr>
        </p:nvSpPr>
        <p:spPr>
          <a:xfrm>
            <a:off x="838200" y="1644073"/>
            <a:ext cx="10515600" cy="3398982"/>
          </a:xfrm>
        </p:spPr>
        <p:txBody>
          <a:bodyPr>
            <a:normAutofit/>
          </a:bodyPr>
          <a:lstStyle/>
          <a:p>
            <a:pPr algn="ctr"/>
            <a:r>
              <a:rPr lang="ja-JP" altLang="en-US" sz="7200" b="1" dirty="0"/>
              <a:t>印象派の魅力</a:t>
            </a:r>
            <a:endParaRPr kumimoji="1" lang="ja-JP" altLang="en-US" sz="7200" b="1" dirty="0"/>
          </a:p>
        </p:txBody>
      </p:sp>
    </p:spTree>
    <p:extLst>
      <p:ext uri="{BB962C8B-B14F-4D97-AF65-F5344CB8AC3E}">
        <p14:creationId xmlns:p14="http://schemas.microsoft.com/office/powerpoint/2010/main" val="778161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D8497-03C5-D9E4-FE20-6B51C0ECF282}"/>
              </a:ext>
            </a:extLst>
          </p:cNvPr>
          <p:cNvSpPr>
            <a:spLocks noGrp="1"/>
          </p:cNvSpPr>
          <p:nvPr>
            <p:ph type="title"/>
          </p:nvPr>
        </p:nvSpPr>
        <p:spPr/>
        <p:txBody>
          <a:bodyPr/>
          <a:lstStyle/>
          <a:p>
            <a:pPr marL="0" indent="0"/>
            <a:r>
              <a:rPr lang="en-US" altLang="ja-JP" dirty="0"/>
              <a:t> 1. </a:t>
            </a:r>
            <a:r>
              <a:rPr lang="ja-JP" altLang="en-US" dirty="0"/>
              <a:t>光と色の表現  </a:t>
            </a:r>
          </a:p>
        </p:txBody>
      </p:sp>
      <p:sp>
        <p:nvSpPr>
          <p:cNvPr id="3" name="コンテンツ プレースホルダー 2">
            <a:extLst>
              <a:ext uri="{FF2B5EF4-FFF2-40B4-BE49-F238E27FC236}">
                <a16:creationId xmlns:a16="http://schemas.microsoft.com/office/drawing/2014/main" id="{7B66A11D-F89E-8532-341B-52DFD40BA57E}"/>
              </a:ext>
            </a:extLst>
          </p:cNvPr>
          <p:cNvSpPr>
            <a:spLocks noGrp="1"/>
          </p:cNvSpPr>
          <p:nvPr>
            <p:ph idx="1"/>
          </p:nvPr>
        </p:nvSpPr>
        <p:spPr/>
        <p:txBody>
          <a:bodyPr>
            <a:normAutofit/>
          </a:bodyPr>
          <a:lstStyle/>
          <a:p>
            <a:pPr marL="0" indent="0">
              <a:buNone/>
            </a:pPr>
            <a:r>
              <a:rPr lang="ja-JP" altLang="en-US" dirty="0"/>
              <a:t>印象派の最大の特徴は、光の変化やそれによる色彩の移り変わりを捉えようとしたことです。従来の絵画が詳細な描写や輪郭線を重視していたのに対し、 印象派は光の反射や影の色を生き生きと描くことで、自然の一瞬の印象を表現 しました。</a:t>
            </a:r>
          </a:p>
        </p:txBody>
      </p:sp>
      <p:pic>
        <p:nvPicPr>
          <p:cNvPr id="7" name="図 6">
            <a:extLst>
              <a:ext uri="{FF2B5EF4-FFF2-40B4-BE49-F238E27FC236}">
                <a16:creationId xmlns:a16="http://schemas.microsoft.com/office/drawing/2014/main" id="{7B5CA4AB-061F-CE41-F821-CFF038019E0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087907" y="3622652"/>
            <a:ext cx="3639669" cy="2806185"/>
          </a:xfrm>
          <a:prstGeom prst="rect">
            <a:avLst/>
          </a:prstGeom>
        </p:spPr>
      </p:pic>
    </p:spTree>
    <p:extLst>
      <p:ext uri="{BB962C8B-B14F-4D97-AF65-F5344CB8AC3E}">
        <p14:creationId xmlns:p14="http://schemas.microsoft.com/office/powerpoint/2010/main" val="1656682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79E637-A74C-A180-E8E4-56ACE6709733}"/>
              </a:ext>
            </a:extLst>
          </p:cNvPr>
          <p:cNvSpPr>
            <a:spLocks noGrp="1"/>
          </p:cNvSpPr>
          <p:nvPr>
            <p:ph type="title"/>
          </p:nvPr>
        </p:nvSpPr>
        <p:spPr/>
        <p:txBody>
          <a:bodyPr/>
          <a:lstStyle/>
          <a:p>
            <a:r>
              <a:rPr lang="en-US" altLang="ja-JP" dirty="0"/>
              <a:t>2. </a:t>
            </a:r>
            <a:r>
              <a:rPr lang="ja-JP" altLang="en-US" dirty="0"/>
              <a:t>自由な筆遣い</a:t>
            </a:r>
            <a:endParaRPr kumimoji="1" lang="ja-JP" altLang="en-US" dirty="0"/>
          </a:p>
        </p:txBody>
      </p:sp>
      <p:sp>
        <p:nvSpPr>
          <p:cNvPr id="3" name="コンテンツ プレースホルダー 2">
            <a:extLst>
              <a:ext uri="{FF2B5EF4-FFF2-40B4-BE49-F238E27FC236}">
                <a16:creationId xmlns:a16="http://schemas.microsoft.com/office/drawing/2014/main" id="{266D064A-E09D-F70C-80D7-21E8B311190A}"/>
              </a:ext>
            </a:extLst>
          </p:cNvPr>
          <p:cNvSpPr>
            <a:spLocks noGrp="1"/>
          </p:cNvSpPr>
          <p:nvPr>
            <p:ph idx="1"/>
          </p:nvPr>
        </p:nvSpPr>
        <p:spPr/>
        <p:txBody>
          <a:bodyPr>
            <a:normAutofit/>
          </a:bodyPr>
          <a:lstStyle/>
          <a:p>
            <a:pPr marL="0" indent="0">
              <a:buNone/>
            </a:pPr>
            <a:endParaRPr lang="ja-JP" altLang="en-US" dirty="0"/>
          </a:p>
          <a:p>
            <a:pPr marL="0" indent="0">
              <a:buNone/>
            </a:pPr>
            <a:r>
              <a:rPr lang="ja-JP" altLang="en-US" dirty="0"/>
              <a:t>印象派の画家たちは、細かい筆致を使わず、短くて速いストロークで絵を描きました。これにより、絵に動きやリズムが生まれ、鑑賞者にダイレクトな感 覚を与えます。</a:t>
            </a:r>
          </a:p>
          <a:p>
            <a:pPr marL="0" indent="0">
              <a:buNone/>
            </a:pPr>
            <a:endParaRPr kumimoji="1" lang="ja-JP" altLang="en-US" dirty="0"/>
          </a:p>
        </p:txBody>
      </p:sp>
      <p:pic>
        <p:nvPicPr>
          <p:cNvPr id="6" name="図 5">
            <a:extLst>
              <a:ext uri="{FF2B5EF4-FFF2-40B4-BE49-F238E27FC236}">
                <a16:creationId xmlns:a16="http://schemas.microsoft.com/office/drawing/2014/main" id="{1BD1539D-FE91-5DAE-896A-714FE5FD326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391824" y="2912353"/>
            <a:ext cx="2993208" cy="3610557"/>
          </a:xfrm>
          <a:prstGeom prst="rect">
            <a:avLst/>
          </a:prstGeom>
        </p:spPr>
      </p:pic>
      <p:pic>
        <p:nvPicPr>
          <p:cNvPr id="13" name="図 12">
            <a:extLst>
              <a:ext uri="{FF2B5EF4-FFF2-40B4-BE49-F238E27FC236}">
                <a16:creationId xmlns:a16="http://schemas.microsoft.com/office/drawing/2014/main" id="{0EA7796B-28E5-7A14-DC12-BF84677B8BD8}"/>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736541" y="645602"/>
            <a:ext cx="2933577" cy="3610556"/>
          </a:xfrm>
          <a:prstGeom prst="rect">
            <a:avLst/>
          </a:prstGeom>
        </p:spPr>
      </p:pic>
    </p:spTree>
    <p:extLst>
      <p:ext uri="{BB962C8B-B14F-4D97-AF65-F5344CB8AC3E}">
        <p14:creationId xmlns:p14="http://schemas.microsoft.com/office/powerpoint/2010/main" val="1386381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E6CDA0ED-4A0C-BBB9-7F44-E4090DA70F7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70000"/>
                    </a14:imgEffect>
                    <a14:imgEffect>
                      <a14:saturation sat="92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99362" y="436907"/>
            <a:ext cx="9090095" cy="6055968"/>
          </a:xfrm>
          <a:prstGeom prst="rect">
            <a:avLst/>
          </a:prstGeom>
        </p:spPr>
      </p:pic>
      <p:sp>
        <p:nvSpPr>
          <p:cNvPr id="2" name="タイトル 1">
            <a:extLst>
              <a:ext uri="{FF2B5EF4-FFF2-40B4-BE49-F238E27FC236}">
                <a16:creationId xmlns:a16="http://schemas.microsoft.com/office/drawing/2014/main" id="{7914D4D2-5251-AD4F-6470-B8CE1F2E95CF}"/>
              </a:ext>
            </a:extLst>
          </p:cNvPr>
          <p:cNvSpPr>
            <a:spLocks noGrp="1"/>
          </p:cNvSpPr>
          <p:nvPr>
            <p:ph type="title"/>
          </p:nvPr>
        </p:nvSpPr>
        <p:spPr/>
        <p:txBody>
          <a:bodyPr>
            <a:normAutofit/>
          </a:bodyPr>
          <a:lstStyle/>
          <a:p>
            <a:pPr marL="0" indent="0"/>
            <a:r>
              <a:rPr lang="en-US" altLang="ja-JP" dirty="0"/>
              <a:t>3. </a:t>
            </a:r>
            <a:r>
              <a:rPr lang="ja-JP" altLang="en-US" dirty="0"/>
              <a:t>日常の風景や瞬間を主題に</a:t>
            </a:r>
            <a:endParaRPr kumimoji="1" lang="ja-JP" altLang="en-US" dirty="0"/>
          </a:p>
        </p:txBody>
      </p:sp>
      <p:sp>
        <p:nvSpPr>
          <p:cNvPr id="3" name="コンテンツ プレースホルダー 2">
            <a:extLst>
              <a:ext uri="{FF2B5EF4-FFF2-40B4-BE49-F238E27FC236}">
                <a16:creationId xmlns:a16="http://schemas.microsoft.com/office/drawing/2014/main" id="{2536B3A7-E110-2133-9D48-B06DF87A93C6}"/>
              </a:ext>
            </a:extLst>
          </p:cNvPr>
          <p:cNvSpPr>
            <a:spLocks noGrp="1"/>
          </p:cNvSpPr>
          <p:nvPr>
            <p:ph idx="1"/>
          </p:nvPr>
        </p:nvSpPr>
        <p:spPr>
          <a:xfrm>
            <a:off x="838200" y="1825625"/>
            <a:ext cx="10515600" cy="2175669"/>
          </a:xfrm>
        </p:spPr>
        <p:txBody>
          <a:bodyPr>
            <a:normAutofit/>
          </a:bodyPr>
          <a:lstStyle/>
          <a:p>
            <a:pPr marL="0" indent="0">
              <a:buNone/>
            </a:pPr>
            <a:r>
              <a:rPr lang="ja-JP" altLang="en-US" dirty="0"/>
              <a:t>宮廷や歴史的な題材ではなく、街角、公園、川辺、カフェなど、身近な風景や日常の一コマを描いたことも新しかったです。これにより、作品がより親し みやすく、多くの人々の感情に響きました。</a:t>
            </a:r>
          </a:p>
          <a:p>
            <a:pPr marL="0" indent="0">
              <a:buNone/>
            </a:pPr>
            <a:endParaRPr kumimoji="1" lang="ja-JP" altLang="en-US" dirty="0"/>
          </a:p>
        </p:txBody>
      </p:sp>
      <p:pic>
        <p:nvPicPr>
          <p:cNvPr id="9" name="図 8">
            <a:extLst>
              <a:ext uri="{FF2B5EF4-FFF2-40B4-BE49-F238E27FC236}">
                <a16:creationId xmlns:a16="http://schemas.microsoft.com/office/drawing/2014/main" id="{4A762E08-56D7-FD3D-7548-8B05AF4E7130}"/>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6702396" y="3429000"/>
            <a:ext cx="4965605" cy="3310404"/>
          </a:xfrm>
          <a:prstGeom prst="rect">
            <a:avLst/>
          </a:prstGeom>
        </p:spPr>
      </p:pic>
      <p:pic>
        <p:nvPicPr>
          <p:cNvPr id="17" name="図 16">
            <a:extLst>
              <a:ext uri="{FF2B5EF4-FFF2-40B4-BE49-F238E27FC236}">
                <a16:creationId xmlns:a16="http://schemas.microsoft.com/office/drawing/2014/main" id="{9D6C59B7-EB96-7C32-6CBB-827CABFDA5AE}"/>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523999" y="4001294"/>
            <a:ext cx="3870529" cy="2600512"/>
          </a:xfrm>
          <a:prstGeom prst="rect">
            <a:avLst/>
          </a:prstGeom>
        </p:spPr>
      </p:pic>
    </p:spTree>
    <p:extLst>
      <p:ext uri="{BB962C8B-B14F-4D97-AF65-F5344CB8AC3E}">
        <p14:creationId xmlns:p14="http://schemas.microsoft.com/office/powerpoint/2010/main" val="1141142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3AF0C6-9115-DDA3-45D2-CA8F1238494C}"/>
              </a:ext>
            </a:extLst>
          </p:cNvPr>
          <p:cNvSpPr>
            <a:spLocks noGrp="1"/>
          </p:cNvSpPr>
          <p:nvPr>
            <p:ph type="title"/>
          </p:nvPr>
        </p:nvSpPr>
        <p:spPr/>
        <p:txBody>
          <a:bodyPr/>
          <a:lstStyle/>
          <a:p>
            <a:r>
              <a:rPr lang="en-US" altLang="ja-JP" dirty="0"/>
              <a:t>4. </a:t>
            </a:r>
            <a:r>
              <a:rPr lang="ja-JP" altLang="en-US" dirty="0"/>
              <a:t>屋外制作（エネ・プレヌ・エア）</a:t>
            </a:r>
            <a:endParaRPr kumimoji="1" lang="ja-JP" altLang="en-US" dirty="0"/>
          </a:p>
        </p:txBody>
      </p:sp>
      <p:sp>
        <p:nvSpPr>
          <p:cNvPr id="3" name="コンテンツ プレースホルダー 2">
            <a:extLst>
              <a:ext uri="{FF2B5EF4-FFF2-40B4-BE49-F238E27FC236}">
                <a16:creationId xmlns:a16="http://schemas.microsoft.com/office/drawing/2014/main" id="{6164672C-4BEB-E239-BF21-EAEAF252ADEC}"/>
              </a:ext>
            </a:extLst>
          </p:cNvPr>
          <p:cNvSpPr>
            <a:spLocks noGrp="1"/>
          </p:cNvSpPr>
          <p:nvPr>
            <p:ph idx="1"/>
          </p:nvPr>
        </p:nvSpPr>
        <p:spPr/>
        <p:txBody>
          <a:bodyPr>
            <a:normAutofit/>
          </a:bodyPr>
          <a:lstStyle/>
          <a:p>
            <a:pPr marL="0" indent="0">
              <a:buNone/>
            </a:pPr>
            <a:r>
              <a:rPr lang="ja-JP" altLang="en-US" dirty="0"/>
              <a:t>スタジオではなく屋外で直接自然を観察しながら制作する方法を採用し、目の前の風景をリアルタイムで捉えることに挑戦しました。これによりより生き 生きとした自然描写が可能になりました。</a:t>
            </a:r>
          </a:p>
          <a:p>
            <a:pPr marL="0" indent="0">
              <a:buNone/>
            </a:pPr>
            <a:endParaRPr kumimoji="1" lang="ja-JP" altLang="en-US" dirty="0"/>
          </a:p>
        </p:txBody>
      </p:sp>
      <p:pic>
        <p:nvPicPr>
          <p:cNvPr id="5" name="図 4">
            <a:extLst>
              <a:ext uri="{FF2B5EF4-FFF2-40B4-BE49-F238E27FC236}">
                <a16:creationId xmlns:a16="http://schemas.microsoft.com/office/drawing/2014/main" id="{9CF5EC09-11B6-C9A5-6DA5-92A97B01D26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508560" y="3223932"/>
            <a:ext cx="4263839" cy="3268943"/>
          </a:xfrm>
          <a:prstGeom prst="rect">
            <a:avLst/>
          </a:prstGeom>
        </p:spPr>
      </p:pic>
    </p:spTree>
    <p:extLst>
      <p:ext uri="{BB962C8B-B14F-4D97-AF65-F5344CB8AC3E}">
        <p14:creationId xmlns:p14="http://schemas.microsoft.com/office/powerpoint/2010/main" val="1283045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9EED84-8646-149E-9046-B285B570D51C}"/>
              </a:ext>
            </a:extLst>
          </p:cNvPr>
          <p:cNvSpPr>
            <a:spLocks noGrp="1"/>
          </p:cNvSpPr>
          <p:nvPr>
            <p:ph type="title"/>
          </p:nvPr>
        </p:nvSpPr>
        <p:spPr/>
        <p:txBody>
          <a:bodyPr/>
          <a:lstStyle/>
          <a:p>
            <a:r>
              <a:rPr lang="en-US" altLang="ja-JP" dirty="0"/>
              <a:t>5. </a:t>
            </a:r>
            <a:r>
              <a:rPr lang="ja-JP" altLang="en-US" dirty="0"/>
              <a:t>新しい美の表現</a:t>
            </a:r>
            <a:endParaRPr kumimoji="1" lang="ja-JP" altLang="en-US" dirty="0"/>
          </a:p>
        </p:txBody>
      </p:sp>
      <p:sp>
        <p:nvSpPr>
          <p:cNvPr id="3" name="コンテンツ プレースホルダー 2">
            <a:extLst>
              <a:ext uri="{FF2B5EF4-FFF2-40B4-BE49-F238E27FC236}">
                <a16:creationId xmlns:a16="http://schemas.microsoft.com/office/drawing/2014/main" id="{4E26FB4B-FAF2-BB87-562C-D51B67D04813}"/>
              </a:ext>
            </a:extLst>
          </p:cNvPr>
          <p:cNvSpPr>
            <a:spLocks noGrp="1"/>
          </p:cNvSpPr>
          <p:nvPr>
            <p:ph idx="1"/>
          </p:nvPr>
        </p:nvSpPr>
        <p:spPr/>
        <p:txBody>
          <a:bodyPr>
            <a:normAutofit/>
          </a:bodyPr>
          <a:lstStyle/>
          <a:p>
            <a:pPr marL="0" indent="0">
              <a:buNone/>
            </a:pPr>
            <a:r>
              <a:rPr lang="ja-JP" altLang="en-US" dirty="0"/>
              <a:t>時代の変化とともに、新しい観察の視点や美の価値観を提案し、後のモダンアートの基盤を築いたことも魅力の一つです。</a:t>
            </a:r>
          </a:p>
          <a:p>
            <a:pPr marL="0" indent="0">
              <a:buNone/>
            </a:pPr>
            <a:r>
              <a:rPr lang="en-US" altLang="ja-JP" dirty="0"/>
              <a:t>- </a:t>
            </a:r>
            <a:r>
              <a:rPr lang="ja-JP" altLang="en-US" dirty="0"/>
              <a:t>ピエール＝オーギュスト・ルノワール</a:t>
            </a:r>
          </a:p>
          <a:p>
            <a:pPr marL="0" indent="0">
              <a:buNone/>
            </a:pPr>
            <a:r>
              <a:rPr lang="en-US" altLang="ja-JP" dirty="0"/>
              <a:t>- </a:t>
            </a:r>
            <a:r>
              <a:rPr lang="ja-JP" altLang="en-US" dirty="0"/>
              <a:t>ピエール＝オーギュスト・ルノワール</a:t>
            </a:r>
          </a:p>
          <a:p>
            <a:pPr marL="0" indent="0">
              <a:buNone/>
            </a:pPr>
            <a:r>
              <a:rPr lang="en-US" altLang="ja-JP" dirty="0"/>
              <a:t>- </a:t>
            </a:r>
            <a:r>
              <a:rPr lang="ja-JP" altLang="en-US" dirty="0"/>
              <a:t>エドガー・ドガ</a:t>
            </a:r>
          </a:p>
          <a:p>
            <a:pPr marL="0" indent="0">
              <a:buNone/>
            </a:pPr>
            <a:r>
              <a:rPr lang="en-US" altLang="ja-JP" dirty="0"/>
              <a:t>- </a:t>
            </a:r>
            <a:r>
              <a:rPr lang="ja-JP" altLang="en-US" dirty="0"/>
              <a:t>カミーユ・ピサロ</a:t>
            </a:r>
          </a:p>
          <a:p>
            <a:pPr marL="0" indent="0">
              <a:buNone/>
            </a:pPr>
            <a:endParaRPr kumimoji="1" lang="ja-JP" altLang="en-US" dirty="0"/>
          </a:p>
        </p:txBody>
      </p:sp>
      <p:pic>
        <p:nvPicPr>
          <p:cNvPr id="11" name="図 10">
            <a:extLst>
              <a:ext uri="{FF2B5EF4-FFF2-40B4-BE49-F238E27FC236}">
                <a16:creationId xmlns:a16="http://schemas.microsoft.com/office/drawing/2014/main" id="{2C61A4EC-60B7-99CC-F93E-3636AE1A2AA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911665" y="2196016"/>
            <a:ext cx="3024372" cy="3610556"/>
          </a:xfrm>
          <a:prstGeom prst="rect">
            <a:avLst/>
          </a:prstGeom>
        </p:spPr>
      </p:pic>
    </p:spTree>
    <p:extLst>
      <p:ext uri="{BB962C8B-B14F-4D97-AF65-F5344CB8AC3E}">
        <p14:creationId xmlns:p14="http://schemas.microsoft.com/office/powerpoint/2010/main" val="4028632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6E2EBA-31A9-1068-A6D0-68FCFF012235}"/>
              </a:ext>
            </a:extLst>
          </p:cNvPr>
          <p:cNvSpPr>
            <a:spLocks noGrp="1"/>
          </p:cNvSpPr>
          <p:nvPr>
            <p:ph type="title"/>
          </p:nvPr>
        </p:nvSpPr>
        <p:spPr/>
        <p:txBody>
          <a:bodyPr/>
          <a:lstStyle/>
          <a:p>
            <a:r>
              <a:rPr kumimoji="1" lang="ja-JP" altLang="en-US" dirty="0"/>
              <a:t>まとめ</a:t>
            </a:r>
          </a:p>
        </p:txBody>
      </p:sp>
      <p:sp>
        <p:nvSpPr>
          <p:cNvPr id="3" name="コンテンツ プレースホルダー 2">
            <a:extLst>
              <a:ext uri="{FF2B5EF4-FFF2-40B4-BE49-F238E27FC236}">
                <a16:creationId xmlns:a16="http://schemas.microsoft.com/office/drawing/2014/main" id="{766C3618-E5B7-4F21-B84B-1C9DEC93E449}"/>
              </a:ext>
            </a:extLst>
          </p:cNvPr>
          <p:cNvSpPr>
            <a:spLocks noGrp="1"/>
          </p:cNvSpPr>
          <p:nvPr>
            <p:ph idx="1"/>
          </p:nvPr>
        </p:nvSpPr>
        <p:spPr/>
        <p:txBody>
          <a:bodyPr/>
          <a:lstStyle/>
          <a:p>
            <a:endParaRPr lang="ja-JP" altLang="en-US" dirty="0"/>
          </a:p>
          <a:p>
            <a:pPr marL="0" indent="0">
              <a:buNone/>
            </a:pPr>
            <a:r>
              <a:rPr lang="ja-JP" altLang="en-US" dirty="0"/>
              <a:t>印象派は「</a:t>
            </a:r>
            <a:r>
              <a:rPr lang="ja-JP" altLang="en-US" dirty="0">
                <a:solidFill>
                  <a:srgbClr val="FF0000"/>
                </a:solidFill>
              </a:rPr>
              <a:t>その場の</a:t>
            </a:r>
            <a:r>
              <a:rPr lang="en-US" altLang="ja-JP" dirty="0">
                <a:solidFill>
                  <a:srgbClr val="FF0000"/>
                </a:solidFill>
              </a:rPr>
              <a:t>『</a:t>
            </a:r>
            <a:r>
              <a:rPr lang="ja-JP" altLang="en-US" b="1" dirty="0">
                <a:solidFill>
                  <a:srgbClr val="FF0000"/>
                </a:solidFill>
              </a:rPr>
              <a:t>印象（イメージ）</a:t>
            </a:r>
            <a:r>
              <a:rPr lang="en-US" altLang="ja-JP" dirty="0">
                <a:solidFill>
                  <a:srgbClr val="FF0000"/>
                </a:solidFill>
              </a:rPr>
              <a:t>』</a:t>
            </a:r>
            <a:r>
              <a:rPr lang="ja-JP" altLang="en-US" dirty="0">
                <a:solidFill>
                  <a:srgbClr val="FF0000"/>
                </a:solidFill>
              </a:rPr>
              <a:t>を感じさせる</a:t>
            </a:r>
            <a:r>
              <a:rPr lang="ja-JP" altLang="en-US" dirty="0"/>
              <a:t>」ことを目的とした画風であり 、その革新性と独創性が多くの人を惹きつけ続けています。</a:t>
            </a:r>
            <a:endParaRPr kumimoji="1" lang="ja-JP" altLang="en-US" dirty="0"/>
          </a:p>
        </p:txBody>
      </p:sp>
    </p:spTree>
    <p:extLst>
      <p:ext uri="{BB962C8B-B14F-4D97-AF65-F5344CB8AC3E}">
        <p14:creationId xmlns:p14="http://schemas.microsoft.com/office/powerpoint/2010/main" val="31337948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351</Words>
  <Application>Microsoft Office PowerPoint</Application>
  <PresentationFormat>ワイド画面</PresentationFormat>
  <Paragraphs>21</Paragraphs>
  <Slides>8</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游ゴシック</vt:lpstr>
      <vt:lpstr>游ゴシック Light</vt:lpstr>
      <vt:lpstr>Arial</vt:lpstr>
      <vt:lpstr>Office テーマ</vt:lpstr>
      <vt:lpstr>PowerPoint資料の自動翻訳デスクトップアプリ</vt:lpstr>
      <vt:lpstr>印象派の魅力</vt:lpstr>
      <vt:lpstr> 1. 光と色の表現  </vt:lpstr>
      <vt:lpstr>2. 自由な筆遣い</vt:lpstr>
      <vt:lpstr>3. 日常の風景や瞬間を主題に</vt:lpstr>
      <vt:lpstr>4. 屋外制作（エネ・プレヌ・エア）</vt:lpstr>
      <vt:lpstr>5. 新しい美の表現</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洋子 森本</dc:creator>
  <cp:lastModifiedBy>洋子 森本</cp:lastModifiedBy>
  <cp:revision>1</cp:revision>
  <dcterms:created xsi:type="dcterms:W3CDTF">2026-01-25T14:47:14Z</dcterms:created>
  <dcterms:modified xsi:type="dcterms:W3CDTF">2026-01-25T14:47:29Z</dcterms:modified>
</cp:coreProperties>
</file>